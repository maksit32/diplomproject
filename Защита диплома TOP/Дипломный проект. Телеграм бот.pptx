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19"/>
  </p:notesMasterIdLst>
  <p:sldIdLst>
    <p:sldId id="256" r:id="rId2"/>
    <p:sldId id="271" r:id="rId3"/>
    <p:sldId id="257" r:id="rId4"/>
    <p:sldId id="273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8" r:id="rId14"/>
    <p:sldId id="266" r:id="rId15"/>
    <p:sldId id="269" r:id="rId16"/>
    <p:sldId id="265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D5256E-F5FF-4C53-9900-C451A1C79C23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17823-99E4-4205-985E-8C930E3834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506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17823-99E4-4205-985E-8C930E3834B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948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46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470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34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1731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927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63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6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062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570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174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7017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186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838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853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415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46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9FAB3-41EC-4265-8991-92F9BAFC32EA}" type="datetimeFigureOut">
              <a:rPr lang="ru-RU" smtClean="0"/>
              <a:t>18.03.2025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BD7CD0E-0A75-4C30-99A2-4B66D9BB57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312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4C357-D183-3AB2-6B64-28D5A71D6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179" y="348299"/>
            <a:ext cx="11368391" cy="182514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Дипломный проект</a:t>
            </a:r>
            <a:br>
              <a:rPr lang="ru-RU" dirty="0"/>
            </a:b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31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Телеграм бот и программная платформа для студенческого научного сообщества университета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1A56D31-19A1-98DE-0209-9F4481996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6214" y="4377445"/>
            <a:ext cx="4166349" cy="1825149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Подготовил:</a:t>
            </a:r>
          </a:p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Студент группы ПВ113</a:t>
            </a:r>
          </a:p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Корнильев Максим Михайлович</a:t>
            </a:r>
          </a:p>
          <a:p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0D0EF8-33B6-2997-62DA-9E2824356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452" y="2546748"/>
            <a:ext cx="3982006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30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D328C0-F82E-0172-F32F-A6D4AB102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701" y="624110"/>
            <a:ext cx="9656357" cy="786401"/>
          </a:xfrm>
        </p:spPr>
        <p:txBody>
          <a:bodyPr/>
          <a:lstStyle/>
          <a:p>
            <a:r>
              <a:rPr lang="ru-RU" dirty="0"/>
              <a:t>Дипломный проект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E80340-3581-B95D-1245-F561EC95B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945" y="1731525"/>
            <a:ext cx="9552561" cy="4416356"/>
          </a:xfrm>
        </p:spPr>
        <p:txBody>
          <a:bodyPr>
            <a:normAutofit/>
          </a:bodyPr>
          <a:lstStyle/>
          <a:p>
            <a:r>
              <a:rPr lang="ru-RU" sz="2800" dirty="0"/>
              <a:t>Введение</a:t>
            </a:r>
          </a:p>
          <a:p>
            <a:r>
              <a:rPr lang="ru-RU" sz="2800" dirty="0"/>
              <a:t>Описание проекта</a:t>
            </a:r>
          </a:p>
          <a:p>
            <a:r>
              <a:rPr lang="ru-RU" sz="2800" dirty="0"/>
              <a:t>Цели проекта</a:t>
            </a:r>
          </a:p>
          <a:p>
            <a:r>
              <a:rPr lang="ru-RU" sz="2800" dirty="0"/>
              <a:t>Структура проекта</a:t>
            </a:r>
          </a:p>
          <a:p>
            <a:r>
              <a:rPr lang="ru-RU" sz="2800" dirty="0"/>
              <a:t>Структура баз данных</a:t>
            </a:r>
          </a:p>
          <a:p>
            <a:r>
              <a:rPr lang="ru-RU" sz="2800" dirty="0"/>
              <a:t>Пример кода</a:t>
            </a:r>
          </a:p>
          <a:p>
            <a:r>
              <a:rPr lang="ru-RU" sz="2800" dirty="0"/>
              <a:t>Пример работы</a:t>
            </a:r>
          </a:p>
          <a:p>
            <a:r>
              <a:rPr lang="ru-RU" sz="2800" dirty="0"/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val="3063505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9AB6BA-C117-EF48-3507-611437A35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099" y="522051"/>
            <a:ext cx="9478343" cy="1320800"/>
          </a:xfrm>
        </p:spPr>
        <p:txBody>
          <a:bodyPr>
            <a:normAutofit/>
          </a:bodyPr>
          <a:lstStyle/>
          <a:p>
            <a:r>
              <a:rPr lang="ru-RU" sz="4000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962351-9E24-68F6-886D-9895DBBC4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930399"/>
            <a:ext cx="11170956" cy="4168843"/>
          </a:xfrm>
        </p:spPr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</a:rPr>
              <a:t>В современном мире автоматизация процессов и улучшение взаимодействия с пользователями становятся ключевыми факторами успеха в различных сферах деятельности. Одним из эффективных инструментов для достижения этих целей является использование </a:t>
            </a:r>
            <a:r>
              <a:rPr lang="ru-RU" sz="2400" b="0" i="0" dirty="0" err="1">
                <a:solidFill>
                  <a:srgbClr val="24292F"/>
                </a:solidFill>
                <a:effectLst/>
                <a:latin typeface="Times New Roman" panose="02020603050405020304" pitchFamily="18" charset="0"/>
              </a:rPr>
              <a:t>телеграм</a:t>
            </a:r>
            <a:r>
              <a:rPr lang="ru-RU" sz="2400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</a:rPr>
              <a:t>-ботов, которые обеспечивают быструю и удобную коммуникацию.</a:t>
            </a:r>
          </a:p>
          <a:p>
            <a:r>
              <a:rPr lang="ru-RU" sz="2400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2400" b="0" i="0" dirty="0" err="1">
                <a:solidFill>
                  <a:srgbClr val="24292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ScienceMSTUCABot</a:t>
            </a:r>
            <a:r>
              <a:rPr lang="ru-RU" sz="2400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позволяет упростить процесс коммуникации студенческого научного общества(СНО) и совета молодых ученых(СМУ) со студентами</a:t>
            </a:r>
            <a:r>
              <a:rPr lang="en-US" sz="2400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МГТУ ГА.</a:t>
            </a:r>
          </a:p>
        </p:txBody>
      </p:sp>
    </p:spTree>
    <p:extLst>
      <p:ext uri="{BB962C8B-B14F-4D97-AF65-F5344CB8AC3E}">
        <p14:creationId xmlns:p14="http://schemas.microsoft.com/office/powerpoint/2010/main" val="3242354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368F1-BC29-5456-EE47-E56827DA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613" y="624110"/>
            <a:ext cx="9811999" cy="786401"/>
          </a:xfrm>
        </p:spPr>
        <p:txBody>
          <a:bodyPr/>
          <a:lstStyle/>
          <a:p>
            <a:r>
              <a:rPr lang="ru-RU" dirty="0"/>
              <a:t>Описание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420A89-2380-1FAF-4DC9-4A503AA67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498" y="1643974"/>
            <a:ext cx="10415114" cy="4824919"/>
          </a:xfrm>
        </p:spPr>
        <p:txBody>
          <a:bodyPr>
            <a:normAutofit/>
          </a:bodyPr>
          <a:lstStyle/>
          <a:p>
            <a:r>
              <a:rPr lang="ru-RU" sz="2000" dirty="0"/>
              <a:t>Пользователь </a:t>
            </a:r>
            <a:r>
              <a:rPr lang="ru-RU" sz="2000" dirty="0" err="1"/>
              <a:t>телеграм</a:t>
            </a:r>
            <a:r>
              <a:rPr lang="ru-RU" sz="2000" dirty="0"/>
              <a:t> бота может получить актуальную информацию о научных мероприятиях.</a:t>
            </a:r>
          </a:p>
          <a:p>
            <a:r>
              <a:rPr lang="ru-RU" sz="2000" dirty="0"/>
              <a:t>Пользователь может добавить свое личное участие в сторонних мероприятиях.</a:t>
            </a:r>
          </a:p>
          <a:p>
            <a:r>
              <a:rPr lang="ru-RU" sz="2000" dirty="0"/>
              <a:t>Пользователь может отправить заявку на вступление в СНО и СМУ (формируется </a:t>
            </a:r>
            <a:r>
              <a:rPr lang="en-US" sz="2000" dirty="0"/>
              <a:t>.doc</a:t>
            </a:r>
            <a:r>
              <a:rPr lang="ru-RU" sz="2000" dirty="0"/>
              <a:t> файл).</a:t>
            </a:r>
          </a:p>
          <a:p>
            <a:r>
              <a:rPr lang="ru-RU" sz="2000" dirty="0"/>
              <a:t>Администратор может получить данные о пользователях, их участиях в мероприятиях, в случае некорректных данных пользователь может изменить или удалить их.</a:t>
            </a:r>
          </a:p>
          <a:p>
            <a:r>
              <a:rPr lang="ru-RU" sz="2000" dirty="0"/>
              <a:t>Администратор может просматривать все </a:t>
            </a:r>
            <a:r>
              <a:rPr lang="en-US" sz="2000" dirty="0"/>
              <a:t>.doc</a:t>
            </a:r>
            <a:r>
              <a:rPr lang="ru-RU" sz="2000" dirty="0"/>
              <a:t> файлы с возможностью их скачивания, изменения и удаления. Данные документы будут выводиться на печать и в дальнейшем храниться в распечатанном виде.</a:t>
            </a:r>
          </a:p>
        </p:txBody>
      </p:sp>
    </p:spTree>
    <p:extLst>
      <p:ext uri="{BB962C8B-B14F-4D97-AF65-F5344CB8AC3E}">
        <p14:creationId xmlns:p14="http://schemas.microsoft.com/office/powerpoint/2010/main" val="622605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6968FC-B477-2342-46DE-CFEEF1747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188" y="590144"/>
            <a:ext cx="8719585" cy="898187"/>
          </a:xfrm>
        </p:spPr>
        <p:txBody>
          <a:bodyPr/>
          <a:lstStyle/>
          <a:p>
            <a:r>
              <a:rPr lang="ru-RU" dirty="0"/>
              <a:t>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7FBA5-19BA-53C0-814B-7B1FB1F6A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115" y="1702342"/>
            <a:ext cx="11108987" cy="48151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Основными целями данного проекта стали:</a:t>
            </a:r>
          </a:p>
          <a:p>
            <a:r>
              <a:rPr lang="ru-RU" sz="2000" dirty="0"/>
              <a:t>1) Разработка </a:t>
            </a:r>
            <a:r>
              <a:rPr lang="ru-RU" sz="2000" dirty="0" err="1"/>
              <a:t>телеграм</a:t>
            </a:r>
            <a:r>
              <a:rPr lang="ru-RU" sz="2000" dirty="0"/>
              <a:t> бота для СНО и СМУ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dirty="0"/>
              <a:t>2) Разработка веб-сайта для просмотра, удаления и изменения мероприятий, оповещения пользователей, а также приема заявления для вступления в СНО или СМУ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dirty="0"/>
              <a:t>3) Передача данных о мероприятиях на удаленный сервер (</a:t>
            </a:r>
            <a:r>
              <a:rPr lang="en-US" sz="2000" dirty="0"/>
              <a:t>ASP </a:t>
            </a:r>
            <a:r>
              <a:rPr lang="en-US" sz="2000" dirty="0" err="1"/>
              <a:t>.Net</a:t>
            </a:r>
            <a:r>
              <a:rPr lang="en-US" sz="2000" dirty="0"/>
              <a:t> Core)</a:t>
            </a:r>
            <a:r>
              <a:rPr lang="ru-RU" sz="2000" dirty="0"/>
              <a:t>, к которому имеют доступ администраторы СНО и СМУ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dirty="0"/>
              <a:t>4) Передача данных в СУБД «</a:t>
            </a:r>
            <a:r>
              <a:rPr lang="en-US" sz="2000" dirty="0" err="1"/>
              <a:t>PostgreSql</a:t>
            </a:r>
            <a:r>
              <a:rPr lang="ru-RU" sz="2000" dirty="0"/>
              <a:t>» для хранения и последующего их использования</a:t>
            </a:r>
            <a:r>
              <a:rPr lang="en-US" sz="2000" dirty="0"/>
              <a:t>;</a:t>
            </a:r>
            <a:endParaRPr lang="ru-RU" sz="2000" dirty="0"/>
          </a:p>
          <a:p>
            <a:r>
              <a:rPr lang="ru-RU" sz="2000" dirty="0"/>
              <a:t>5) Возможность добавления, изменения и удаления данных о мероприятиях администраторами.</a:t>
            </a:r>
          </a:p>
        </p:txBody>
      </p:sp>
    </p:spTree>
    <p:extLst>
      <p:ext uri="{BB962C8B-B14F-4D97-AF65-F5344CB8AC3E}">
        <p14:creationId xmlns:p14="http://schemas.microsoft.com/office/powerpoint/2010/main" val="3499714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3304F7-2B31-BCBD-A4C0-C0CAE5669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519" y="434502"/>
            <a:ext cx="9902757" cy="878731"/>
          </a:xfrm>
        </p:spPr>
        <p:txBody>
          <a:bodyPr/>
          <a:lstStyle/>
          <a:p>
            <a:r>
              <a:rPr lang="ru-RU" dirty="0"/>
              <a:t>Структура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494D43-0E6F-E14A-9E09-3DD8CCD60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708" y="1381328"/>
            <a:ext cx="10859671" cy="53210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Frontend (React)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Redux</a:t>
            </a: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ArtDesign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Material-UI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Backend (ASP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Core)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 Core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ORM)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xTunnel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965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98D3D-4688-A08D-7224-CC93CD389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427" y="239949"/>
            <a:ext cx="9410249" cy="1005191"/>
          </a:xfrm>
        </p:spPr>
        <p:txBody>
          <a:bodyPr/>
          <a:lstStyle/>
          <a:p>
            <a:pPr algn="ctr"/>
            <a:r>
              <a:rPr lang="ru-RU" dirty="0"/>
              <a:t>Структура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C5C36E-C844-1A95-F8C8-17266C29E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8CAE55C-5409-90EE-1F7E-03932EB89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56" y="1489522"/>
            <a:ext cx="2191056" cy="471553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40C8EB4-8999-894D-6392-CD326BD58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472" y="1648189"/>
            <a:ext cx="1933845" cy="430590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6EC3BC4-8A91-02C7-DF9F-E67C9D40D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577" y="1562452"/>
            <a:ext cx="2143424" cy="439163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4DF5496-902A-94EE-7594-7D1CE051415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8811"/>
          <a:stretch/>
        </p:blipFill>
        <p:spPr>
          <a:xfrm>
            <a:off x="7943667" y="1666068"/>
            <a:ext cx="2103381" cy="454554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77B80EF-13C1-B2DD-EF07-099786080F4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1705"/>
          <a:stretch/>
        </p:blipFill>
        <p:spPr>
          <a:xfrm>
            <a:off x="10104351" y="2090732"/>
            <a:ext cx="1785082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99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077AC-A353-347B-1B2C-16B522F74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794" y="503732"/>
            <a:ext cx="10626206" cy="703634"/>
          </a:xfrm>
        </p:spPr>
        <p:txBody>
          <a:bodyPr/>
          <a:lstStyle/>
          <a:p>
            <a:r>
              <a:rPr lang="ru-RU" dirty="0"/>
              <a:t>Структура  базы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D26BB3-8868-E735-989D-BBB6DD6A2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982" y="1333825"/>
            <a:ext cx="7514780" cy="538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711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39343-762E-1E5B-2B8A-09D1570CB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376" y="306333"/>
            <a:ext cx="8911687" cy="1280890"/>
          </a:xfrm>
        </p:spPr>
        <p:txBody>
          <a:bodyPr/>
          <a:lstStyle/>
          <a:p>
            <a:r>
              <a:rPr lang="ru-RU" dirty="0"/>
              <a:t>Код серверной (</a:t>
            </a:r>
            <a:r>
              <a:rPr lang="en-US" dirty="0"/>
              <a:t>ASP</a:t>
            </a:r>
            <a:r>
              <a:rPr lang="ru-RU" dirty="0"/>
              <a:t> </a:t>
            </a:r>
            <a:r>
              <a:rPr lang="en-US" dirty="0" err="1"/>
              <a:t>.Net</a:t>
            </a:r>
            <a:r>
              <a:rPr lang="en-US" dirty="0"/>
              <a:t> Core)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50C115-2287-1A09-1157-B3B19A732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654930-950E-EE2C-C1DE-64502FC7E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524" y="1779622"/>
            <a:ext cx="10657385" cy="453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53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E68EA-CE6B-85F4-841F-5F3F0974A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 </a:t>
            </a:r>
            <a:r>
              <a:rPr lang="en-US" dirty="0"/>
              <a:t>frontend-</a:t>
            </a:r>
            <a:r>
              <a:rPr lang="ru-RU" dirty="0"/>
              <a:t>части</a:t>
            </a:r>
            <a:r>
              <a:rPr lang="en-US" dirty="0"/>
              <a:t> (react)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64B8AF-F5A8-FE62-EEE2-45CCB9027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CB476D-2036-DE84-EBCE-EF90DEF59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79" y="1553723"/>
            <a:ext cx="6315595" cy="329509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AB2E939-CAE7-35EF-F82B-98FAE6596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788" y="5102059"/>
            <a:ext cx="6782747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29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70A42D-8FFF-3ED2-609E-CC952998F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35" y="318386"/>
            <a:ext cx="10781849" cy="1320800"/>
          </a:xfrm>
        </p:spPr>
        <p:txBody>
          <a:bodyPr/>
          <a:lstStyle/>
          <a:p>
            <a:pPr algn="ctr"/>
            <a:r>
              <a:rPr lang="ru-RU" dirty="0"/>
              <a:t>Форма входа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A0C2D7C-7E36-8E95-E18F-A520AF58F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2234" y="1394447"/>
            <a:ext cx="8265046" cy="5145167"/>
          </a:xfrm>
        </p:spPr>
      </p:pic>
    </p:spTree>
    <p:extLst>
      <p:ext uri="{BB962C8B-B14F-4D97-AF65-F5344CB8AC3E}">
        <p14:creationId xmlns:p14="http://schemas.microsoft.com/office/powerpoint/2010/main" val="602206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E3F1B-B568-1E4D-C367-1C903DFEF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12" y="433211"/>
            <a:ext cx="10569645" cy="1027134"/>
          </a:xfrm>
        </p:spPr>
        <p:txBody>
          <a:bodyPr/>
          <a:lstStyle/>
          <a:p>
            <a:pPr algn="ctr"/>
            <a:r>
              <a:rPr lang="ru-RU" dirty="0"/>
              <a:t>Просмотр списка документов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D276C03-80E4-1F45-3C54-111F7056C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640" y="1654248"/>
            <a:ext cx="9920808" cy="4574695"/>
          </a:xfrm>
        </p:spPr>
      </p:pic>
    </p:spTree>
    <p:extLst>
      <p:ext uri="{BB962C8B-B14F-4D97-AF65-F5344CB8AC3E}">
        <p14:creationId xmlns:p14="http://schemas.microsoft.com/office/powerpoint/2010/main" val="1912655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D75DF8-4A69-61C8-C675-BC003E001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048" y="387887"/>
            <a:ext cx="10392364" cy="866981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Возможность уведомления пользователей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CD141D3-3B6D-BC37-441E-8C4543B56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2445" y="1511555"/>
            <a:ext cx="9481570" cy="4787999"/>
          </a:xfrm>
        </p:spPr>
      </p:pic>
    </p:spTree>
    <p:extLst>
      <p:ext uri="{BB962C8B-B14F-4D97-AF65-F5344CB8AC3E}">
        <p14:creationId xmlns:p14="http://schemas.microsoft.com/office/powerpoint/2010/main" val="2996585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CAFD63-E8BA-AD0E-F88E-E042146E8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430" y="560562"/>
            <a:ext cx="9990306" cy="1320800"/>
          </a:xfrm>
        </p:spPr>
        <p:txBody>
          <a:bodyPr/>
          <a:lstStyle/>
          <a:p>
            <a:r>
              <a:rPr lang="ru-RU" dirty="0"/>
              <a:t>Просмотр пользователей </a:t>
            </a:r>
            <a:r>
              <a:rPr lang="ru-RU" dirty="0" err="1"/>
              <a:t>телеграм</a:t>
            </a:r>
            <a:r>
              <a:rPr lang="ru-RU" dirty="0"/>
              <a:t> бота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07BAC7E-FFA3-B769-98C5-356E83B2F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7880" y="1637152"/>
            <a:ext cx="9516239" cy="4374542"/>
          </a:xfrm>
        </p:spPr>
      </p:pic>
    </p:spTree>
    <p:extLst>
      <p:ext uri="{BB962C8B-B14F-4D97-AF65-F5344CB8AC3E}">
        <p14:creationId xmlns:p14="http://schemas.microsoft.com/office/powerpoint/2010/main" val="3249978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79203B-9E19-C5B1-43D0-249D4FB51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439" y="222763"/>
            <a:ext cx="11005585" cy="1320800"/>
          </a:xfrm>
        </p:spPr>
        <p:txBody>
          <a:bodyPr/>
          <a:lstStyle/>
          <a:p>
            <a:pPr algn="ctr"/>
            <a:r>
              <a:rPr lang="ru-RU" dirty="0"/>
              <a:t>Возможность просмотра и редактирования мероприятий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F9B38D02-D1AF-5141-048E-73060A1E8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6044" y="1615440"/>
            <a:ext cx="8973453" cy="4836160"/>
          </a:xfrm>
        </p:spPr>
      </p:pic>
    </p:spTree>
    <p:extLst>
      <p:ext uri="{BB962C8B-B14F-4D97-AF65-F5344CB8AC3E}">
        <p14:creationId xmlns:p14="http://schemas.microsoft.com/office/powerpoint/2010/main" val="2355803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A5B31-F8C1-83CF-0C60-64ED2CB8F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82826E-9CCC-3B02-47F8-3927C509C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383" y="2178996"/>
            <a:ext cx="11177081" cy="3842425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В рамках курсового проекта был разработан </a:t>
            </a:r>
            <a:r>
              <a:rPr lang="ru-RU" b="0" i="0" dirty="0" err="1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телеграм</a:t>
            </a:r>
            <a:r>
              <a:rPr lang="ru-RU" b="0" i="0" dirty="0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 бот </a:t>
            </a:r>
            <a:r>
              <a:rPr lang="ru-RU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1800" b="0" i="0" dirty="0" err="1">
                <a:solidFill>
                  <a:srgbClr val="24292F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ScienceMSTUCABot</a:t>
            </a:r>
            <a:r>
              <a:rPr lang="ru-RU" b="0" i="0" dirty="0">
                <a:solidFill>
                  <a:srgbClr val="24292F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»</a:t>
            </a:r>
            <a:r>
              <a:rPr lang="ru-RU" b="0" i="0" dirty="0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, который предоставляет пользователям возможность</a:t>
            </a:r>
            <a:r>
              <a:rPr lang="en-US" b="0" i="0" dirty="0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 </a:t>
            </a:r>
            <a:r>
              <a:rPr lang="ru-RU" b="0" i="0" dirty="0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быстрого получения актуальной информации о предстоящих научных мероприятиях, а также подачи заявлений на вступление в СНО и СМУ.</a:t>
            </a:r>
          </a:p>
          <a:p>
            <a:r>
              <a:rPr lang="ru-RU" b="0" i="0" dirty="0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После того как данные отправлены боту, администраторы получает заявления и незамедлительно приступают к их обработке. </a:t>
            </a:r>
          </a:p>
          <a:p>
            <a:r>
              <a:rPr lang="ru-RU" b="0" i="0" dirty="0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В случае обнаружения ошибок или некорректных данных, администраторы могут связаться с клиентом для уточнения информации и, при необходимости, вносят соответствующие коррективы через веб-версию бота. </a:t>
            </a:r>
          </a:p>
          <a:p>
            <a:r>
              <a:rPr lang="ru-RU" dirty="0">
                <a:solidFill>
                  <a:srgbClr val="24292F"/>
                </a:solidFill>
                <a:latin typeface="Noto Sans" panose="020B0502040504020204" pitchFamily="34" charset="0"/>
              </a:rPr>
              <a:t>Созданный </a:t>
            </a:r>
            <a:r>
              <a:rPr lang="ru-RU" dirty="0" err="1">
                <a:solidFill>
                  <a:srgbClr val="24292F"/>
                </a:solidFill>
                <a:latin typeface="Noto Sans" panose="020B0502040504020204" pitchFamily="34" charset="0"/>
              </a:rPr>
              <a:t>телеграм</a:t>
            </a:r>
            <a:r>
              <a:rPr lang="ru-RU" dirty="0">
                <a:solidFill>
                  <a:srgbClr val="24292F"/>
                </a:solidFill>
                <a:latin typeface="Noto Sans" panose="020B0502040504020204" pitchFamily="34" charset="0"/>
              </a:rPr>
              <a:t> бот </a:t>
            </a:r>
            <a:r>
              <a:rPr lang="ru-RU" b="0" i="0" dirty="0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обеспечивает высокий уровень удобства и комфорта при </a:t>
            </a:r>
            <a:r>
              <a:rPr lang="ru-RU" dirty="0">
                <a:solidFill>
                  <a:srgbClr val="24292F"/>
                </a:solidFill>
                <a:latin typeface="Noto Sans" panose="020B0502040504020204" pitchFamily="34" charset="0"/>
              </a:rPr>
              <a:t>работе с информацией</a:t>
            </a:r>
            <a:r>
              <a:rPr lang="ru-RU" b="0" i="0" dirty="0">
                <a:solidFill>
                  <a:srgbClr val="24292F"/>
                </a:solidFill>
                <a:effectLst/>
                <a:latin typeface="Noto Sans" panose="020B0502040504020204" pitchFamily="34" charset="0"/>
              </a:rPr>
              <a:t>, значительно упрощает и улучшает взаимодействие студентов с преподавателями!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111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0CA1E-48BB-DFA5-EB32-F11FDC065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663" y="476655"/>
            <a:ext cx="10716673" cy="1280890"/>
          </a:xfrm>
        </p:spPr>
        <p:txBody>
          <a:bodyPr>
            <a:normAutofit/>
          </a:bodyPr>
          <a:lstStyle/>
          <a:p>
            <a:pPr algn="ctr"/>
            <a:r>
              <a:rPr lang="ru-RU" sz="5400" dirty="0"/>
              <a:t>Вопросы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D952E5-0E72-0CBD-BB47-8561B4FFF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131" y="2133599"/>
            <a:ext cx="10642059" cy="4247746"/>
          </a:xfrm>
        </p:spPr>
        <p:txBody>
          <a:bodyPr>
            <a:normAutofit/>
          </a:bodyPr>
          <a:lstStyle/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39515060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400</TotalTime>
  <Words>472</Words>
  <Application>Microsoft Office PowerPoint</Application>
  <PresentationFormat>Широкоэкранный</PresentationFormat>
  <Paragraphs>58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Aptos</vt:lpstr>
      <vt:lpstr>Arial</vt:lpstr>
      <vt:lpstr>Century Gothic</vt:lpstr>
      <vt:lpstr>Noto Sans</vt:lpstr>
      <vt:lpstr>Times New Roman</vt:lpstr>
      <vt:lpstr>Wingdings 3</vt:lpstr>
      <vt:lpstr>Легкий дым</vt:lpstr>
      <vt:lpstr>Дипломный проект «Телеграм бот и программная платформа для студенческого научного сообщества университета»</vt:lpstr>
      <vt:lpstr>Дипломный проект</vt:lpstr>
      <vt:lpstr>Введение</vt:lpstr>
      <vt:lpstr>Описание проекта</vt:lpstr>
      <vt:lpstr>Цели</vt:lpstr>
      <vt:lpstr>Структура проекта</vt:lpstr>
      <vt:lpstr>Структура проекта</vt:lpstr>
      <vt:lpstr>Структура  базы данных</vt:lpstr>
      <vt:lpstr>Код серверной (ASP .Net Core)</vt:lpstr>
      <vt:lpstr>Код frontend-части (react)</vt:lpstr>
      <vt:lpstr>Форма входа</vt:lpstr>
      <vt:lpstr>Просмотр списка документов</vt:lpstr>
      <vt:lpstr>Возможность уведомления пользователей</vt:lpstr>
      <vt:lpstr>Просмотр пользователей телеграм бота</vt:lpstr>
      <vt:lpstr>Возможность просмотра и редактирования мероприятий</vt:lpstr>
      <vt:lpstr>Заключение</vt:lpstr>
      <vt:lpstr>Вопросы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korn Maks</dc:creator>
  <cp:lastModifiedBy>korn Maks</cp:lastModifiedBy>
  <cp:revision>182</cp:revision>
  <dcterms:created xsi:type="dcterms:W3CDTF">2024-07-01T07:48:52Z</dcterms:created>
  <dcterms:modified xsi:type="dcterms:W3CDTF">2025-03-18T13:33:00Z</dcterms:modified>
</cp:coreProperties>
</file>